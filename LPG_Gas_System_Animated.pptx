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GAS MANAGEMENT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828800" y="2606040"/>
            <a:ext cx="548640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Using Visual Basic 6.0 &amp; Microsoft Access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3474720" cy="1097280"/>
          </a:xfrm>
          <a:prstGeom prst="rect">
            <a:avLst/>
          </a:prstGeom>
          <a:solidFill>
            <a:srgbClr val="1A66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204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Submitted By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Neelkamal Jangde
</a:t>
            </a:r>
            <a:pPr algn="ctr" indent="0" marL="0">
              <a:buNone/>
            </a:pPr>
            <a:r>
              <a:rPr lang="en-US" sz="1200" dirty="0">
                <a:solidFill>
                  <a:srgbClr val="ABEBC6"/>
                </a:solidFill>
              </a:rPr>
              <a:t>PGDCA - ISBM University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3474720"/>
            <a:ext cx="3474720" cy="1097280"/>
          </a:xfrm>
          <a:prstGeom prst="rect">
            <a:avLst/>
          </a:prstGeom>
          <a:solidFill>
            <a:srgbClr val="1A66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5204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Year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2025 - 2026
</a:t>
            </a:r>
            <a:pPr algn="ctr" indent="0" marL="0">
              <a:buNone/>
            </a:pPr>
            <a:r>
              <a:rPr lang="en-US" sz="1200" dirty="0">
                <a:solidFill>
                  <a:srgbClr val="ABEBC6"/>
                </a:solidFill>
              </a:rPr>
              <a:t>PGDCA Final Year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91440" cy="8412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What is this?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 desktop-based application to manage LPG gas distribution operations efficiently.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11680"/>
            <a:ext cx="91440" cy="8412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Technology Used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59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Front-end: Visual Basic 6.0  |  Back-end: Microsoft Access 2019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71800"/>
            <a:ext cx="91440" cy="8412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Purpose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3192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To replace manual paper-based records with a fast, accurate computerized system.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93192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931920"/>
            <a:ext cx="91440" cy="8412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Developer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2793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Neelkamal Jangde | PGDCA Final Year | ISBM University | 2025-26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User-friendly desktop application for LPG management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9456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Centralized database of all customer registrations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15468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63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Automated gas booking with real-time status tracking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11480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023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Accurate bill generation with payment tracking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1143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Efficient stock management for cylinder types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19456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103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Secure login system for access control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063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Quick Search, Update and Delete of records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393192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411480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4023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Professional Dashboard for easy navigation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HARDWARE REQUIREMENTS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Processor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5544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Intel Pentium 4 or higher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4023360" cy="438912"/>
          </a:xfrm>
          <a:prstGeom prst="rect">
            <a:avLst/>
          </a:prstGeom>
          <a:solidFill>
            <a:srgbClr val="D6EAF8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5740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RAM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05740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Minimum 512 MB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603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Hard Disk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56032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500 MB free space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023360" cy="438912"/>
          </a:xfrm>
          <a:prstGeom prst="rect">
            <a:avLst/>
          </a:prstGeom>
          <a:solidFill>
            <a:srgbClr val="D6EAF8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6324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Monitor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306324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800x600 resolution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56616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6616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35661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Windows XP/7/10/11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402336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SOFTWARE REQUIREMENTS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55448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55448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Language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15544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Visual Basic 6.0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057400"/>
            <a:ext cx="4023360" cy="438912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05740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Database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205740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Microsoft Access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56032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5603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Connectivity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256032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ADO + OLEDB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063240"/>
            <a:ext cx="4023360" cy="438912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06324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Provider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306324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ACE OLEDB 12.0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356616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56616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OS Support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0" y="35661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Windows Platform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DATABASE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1148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874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4114800" cy="384048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tblCustomer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</a:rPr>
              <a:t>CustomerID (PK)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CustomerName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91109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Address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15798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PhoneNumber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40487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ConnectionType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ConnectionDate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005840"/>
            <a:ext cx="41148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005840"/>
            <a:ext cx="41148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tblBooking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</a:rPr>
              <a:t>BookingID (PK)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166420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276"/>
                </a:solidFill>
              </a:rPr>
              <a:t>CustomerID (FK)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191109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BookingDate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15798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CylinderType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40487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Quantity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265176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Status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108960"/>
            <a:ext cx="41148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108960"/>
            <a:ext cx="4114800" cy="38404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108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tblBill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35204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</a:rPr>
              <a:t>BillID (PK)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376732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276"/>
                </a:solidFill>
              </a:rPr>
              <a:t>CustomerID (FK)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01421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276"/>
                </a:solidFill>
              </a:rPr>
              <a:t>BookingID (FK)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2611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BillDate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50799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Amount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PaymentStatus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3108960"/>
            <a:ext cx="41148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7D3C9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108960"/>
            <a:ext cx="4114800" cy="38404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108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tblStock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35204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</a:rPr>
              <a:t>StockID (PK)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37760" y="376732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CylinderType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37760" y="401421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TotalStock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37760" y="42611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AvailableStock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37760" y="450799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LastUpdated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SPLASH SCREEN</a:t>
            </a:r>
            <a:endParaRPr lang="en-US" sz="2800" dirty="0"/>
          </a:p>
        </p:txBody>
      </p:sp>
      <p:pic>
        <p:nvPicPr>
          <p:cNvPr id="4" name="Image 0" descr="/home/claude/sp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66928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051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72200" y="150876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Animated Progress Bar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22860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Loading Percentage Display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306324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063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Auto-transition to Login Form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384048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3840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Professional Title Display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LOGIN FORM</a:t>
            </a:r>
            <a:endParaRPr lang="en-US" sz="2800" dirty="0"/>
          </a:p>
        </p:txBody>
      </p:sp>
      <p:pic>
        <p:nvPicPr>
          <p:cNvPr id="4" name="Image 0" descr="/home/claude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66928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051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72200" y="150876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Secure Username &amp; Password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22860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Green LOGIN Button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306324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063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Red EXIT Button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384048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3840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Error on Wrong Credentials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DASHBOARD</a:t>
            </a:r>
            <a:endParaRPr lang="en-US" sz="2800" dirty="0"/>
          </a:p>
        </p:txBody>
      </p:sp>
      <p:pic>
        <p:nvPicPr>
          <p:cNvPr id="4" name="Image 0" descr="/home/claude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66928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051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72200" y="150876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4 Module Navigation Buttons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22860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Real-time Clock &amp; Date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306324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063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Welcome Admin Message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384048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3840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Logout Button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CUSTOMER REGISTRATION</a:t>
            </a:r>
            <a:endParaRPr lang="en-US" sz="2800" dirty="0"/>
          </a:p>
        </p:txBody>
      </p:sp>
      <p:pic>
        <p:nvPicPr>
          <p:cNvPr id="4" name="Image 0" descr="/home/claude/custo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66928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051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72200" y="150876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Full CRUD Operations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22860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DataGrid Live Display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306324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063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Search By ID Feature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384048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3840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6 Action Buttons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GAS BOOKING SYSTEM</a:t>
            </a:r>
            <a:endParaRPr lang="en-US" sz="2800" dirty="0"/>
          </a:p>
        </p:txBody>
      </p:sp>
      <p:pic>
        <p:nvPicPr>
          <p:cNvPr id="4" name="Image 0" descr="/home/claude/boo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66928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051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72200" y="150876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Auto Booking Date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22860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Cylinder Type Selection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306324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063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Status Tracking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384048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3840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Customer ID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BILL GENERATION</a:t>
            </a:r>
            <a:endParaRPr lang="en-US" sz="2800" dirty="0"/>
          </a:p>
        </p:txBody>
      </p:sp>
      <p:pic>
        <p:nvPicPr>
          <p:cNvPr id="4" name="Image 0" descr="/home/claude/b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66928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051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72200" y="150876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Auto Bill Date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22860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Amount Entry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306324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063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Payment Status Tracking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384048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3840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Links to Booking Records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STOCK MANAGEMENT</a:t>
            </a:r>
            <a:endParaRPr lang="en-US" sz="2800" dirty="0"/>
          </a:p>
        </p:txBody>
      </p:sp>
      <p:pic>
        <p:nvPicPr>
          <p:cNvPr id="4" name="Image 0" descr="/home/claude/st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66928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051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72200" y="150876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Multiple Cylinder Types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22860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Total &amp; Available Stock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306324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063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Auto Date Update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3840480"/>
            <a:ext cx="2651760" cy="68580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3840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✔  Real-time DataGrid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CRUD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1148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640080" cy="19202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5087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</a:rPr>
              <a:t>CREATE (Save)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44475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Fill all required fields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179222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Click SAVE button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213969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Record saved to database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248716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DataGrid auto refreshes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005840"/>
            <a:ext cx="41148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874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005840"/>
            <a:ext cx="640080" cy="192024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5087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532120" y="10515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74A6"/>
                </a:solidFill>
              </a:rPr>
              <a:t>READ (Search)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50408" y="144475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Enter ID in Search By 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50408" y="179222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Click SEARCH button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50408" y="213969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Record loads in all fields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50408" y="248716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Not Found if invalid 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063240"/>
            <a:ext cx="41148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063240"/>
            <a:ext cx="640080" cy="1920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5661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60120" y="31089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UPDATE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" y="350215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First Search the record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384962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Modify required fields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8408" y="419709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Click UPDATE button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454456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Changes saved to database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063240"/>
            <a:ext cx="41148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063240"/>
            <a:ext cx="640080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5661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532120" y="31089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DELETE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50408" y="350215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First Search the record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50408" y="384962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Click DELETE button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50408" y="419709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Confirmation dialog shown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0408" y="454456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Record deleted on Yes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828800" y="1005840"/>
            <a:ext cx="548640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1A664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All 4 modules working perfectly with full CRUD operations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1A664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Secure login system implemented successfully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1A664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603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Real-time DataGrid showing live database records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1A664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461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100% test cases passed in all modules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1A664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 Project ready for real-world LPG agency deployment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</a:rPr>
              <a:t>Thank You! 🙏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LPG Gas Management System</dc:title>
  <dc:subject>PptxGenJS Presentation</dc:subject>
  <dc:creator>Neelkamal Jangde</dc:creator>
  <cp:lastModifiedBy>Neelkamal Jangde</cp:lastModifiedBy>
  <cp:revision>1</cp:revision>
  <dcterms:created xsi:type="dcterms:W3CDTF">2026-03-05T06:43:51Z</dcterms:created>
  <dcterms:modified xsi:type="dcterms:W3CDTF">2026-03-05T06:43:51Z</dcterms:modified>
</cp:coreProperties>
</file>